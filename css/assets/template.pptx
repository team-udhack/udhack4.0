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</p:embeddedFont>
    <p:embeddedFont>
      <p:font typeface="Oswald" panose="020B060402020202020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nap ITC" panose="04040A07060A02020202" pitchFamily="82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3DXxKD8Alz9KLcNtRDqjotI/g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66480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fd347d205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2fd347d205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605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d347d205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g2fd347d205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fd347d205f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4531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d347d205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g2fd347d205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2fd347d205f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794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d347d205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6" name="Google Shape;116;g2fd347d205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2fd347d205f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8243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d347d205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8" name="Google Shape;128;g2fd347d205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fd347d205f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4466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d347d205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0" name="Google Shape;140;g2fd347d205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fd347d205f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1456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d347d205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2" name="Google Shape;152;g2fd347d205f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2fd347d205f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20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jpe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d347d205f_0_7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2fd347d205f_0_7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2fd347d205f_0_7"/>
          <p:cNvSpPr txBox="1">
            <a:spLocks noGrp="1"/>
          </p:cNvSpPr>
          <p:nvPr>
            <p:ph type="subTitle" idx="1"/>
          </p:nvPr>
        </p:nvSpPr>
        <p:spPr>
          <a:xfrm>
            <a:off x="1760985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>
                <a:solidFill>
                  <a:schemeClr val="dk1"/>
                </a:solidFill>
                <a:latin typeface="Snap ITC" panose="04040A07060A02020202" pitchFamily="82" charset="0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Snap ITC" panose="04040A07060A02020202" pitchFamily="8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g2fd347d205f_0_7"/>
          <p:cNvSpPr txBox="1">
            <a:spLocks noGrp="1"/>
          </p:cNvSpPr>
          <p:nvPr>
            <p:ph type="ctrTitle"/>
          </p:nvPr>
        </p:nvSpPr>
        <p:spPr>
          <a:xfrm>
            <a:off x="842563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UDHACK </a:t>
            </a: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4.0 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8" name="Google Shape;88;g2fd347d205f_0_7"/>
          <p:cNvSpPr txBox="1"/>
          <p:nvPr/>
        </p:nvSpPr>
        <p:spPr>
          <a:xfrm>
            <a:off x="331286" y="2076450"/>
            <a:ext cx="5924700" cy="421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+mj-lt"/>
                <a:sym typeface="Arial"/>
              </a:rPr>
              <a:t>Problem Statement Title-</a:t>
            </a:r>
            <a:endParaRPr dirty="0">
              <a:latin typeface="+mj-lt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+mj-lt"/>
                <a:sym typeface="Arial"/>
              </a:rPr>
              <a:t>Theme-</a:t>
            </a:r>
            <a:endParaRPr dirty="0">
              <a:latin typeface="+mj-lt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+mj-lt"/>
                <a:sym typeface="Arial"/>
              </a:rPr>
              <a:t>PS Category- Software/Hardware</a:t>
            </a:r>
            <a:endParaRPr dirty="0">
              <a:latin typeface="+mj-lt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+mj-lt"/>
                <a:sym typeface="Arial"/>
              </a:rPr>
              <a:t>Team ID-</a:t>
            </a:r>
            <a:endParaRPr dirty="0">
              <a:latin typeface="+mj-lt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+mj-lt"/>
                <a:sym typeface="Arial"/>
              </a:rPr>
              <a:t>Team Name (Registered on portal)</a:t>
            </a:r>
            <a:endParaRPr sz="2400" b="1" dirty="0">
              <a:solidFill>
                <a:schemeClr val="dk1"/>
              </a:solidFill>
              <a:latin typeface="+mj-lt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7" t="29206" r="22426" b="28254"/>
          <a:stretch/>
        </p:blipFill>
        <p:spPr>
          <a:xfrm>
            <a:off x="9406110" y="52911"/>
            <a:ext cx="2772000" cy="2079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202" b="74930" l="24727" r="759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26" t="16736" r="17660" b="18604"/>
          <a:stretch/>
        </p:blipFill>
        <p:spPr>
          <a:xfrm>
            <a:off x="-129763" y="-100089"/>
            <a:ext cx="2231999" cy="223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d347d205f_0_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2fd347d205f_0_16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latin typeface="Snap ITC" panose="04040A07060A02020202" pitchFamily="82" charset="0"/>
                <a:ea typeface="Times New Roman"/>
                <a:cs typeface="Times New Roman"/>
                <a:sym typeface="Times New Roman"/>
              </a:rPr>
              <a:t>IDEA TITLE</a:t>
            </a:r>
            <a:endParaRPr dirty="0">
              <a:latin typeface="Snap ITC" panose="04040A07060A02020202" pitchFamily="82" charset="0"/>
            </a:endParaRPr>
          </a:p>
        </p:txBody>
      </p:sp>
      <p:sp>
        <p:nvSpPr>
          <p:cNvPr id="97" name="Google Shape;97;g2fd347d205f_0_16"/>
          <p:cNvSpPr txBox="1"/>
          <p:nvPr/>
        </p:nvSpPr>
        <p:spPr>
          <a:xfrm>
            <a:off x="154200" y="2330392"/>
            <a:ext cx="121920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32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 dirty="0"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 dirty="0"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 dirty="0"/>
          </a:p>
        </p:txBody>
      </p:sp>
      <p:sp>
        <p:nvSpPr>
          <p:cNvPr id="98" name="Google Shape;98;g2fd347d205f_0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9" name="Google Shape;99;g2fd347d205f_0_16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2fd347d205f_0_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7" t="29206" r="22426" b="28254"/>
          <a:stretch/>
        </p:blipFill>
        <p:spPr>
          <a:xfrm>
            <a:off x="9406110" y="52911"/>
            <a:ext cx="2772000" cy="2079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202" b="74930" l="24727" r="759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26" t="16736" r="17660" b="18604"/>
          <a:stretch/>
        </p:blipFill>
        <p:spPr>
          <a:xfrm>
            <a:off x="1581673" y="-316378"/>
            <a:ext cx="2231999" cy="223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d347d205f_0_2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2fd347d205f_0_27"/>
          <p:cNvSpPr txBox="1">
            <a:spLocks noGrp="1"/>
          </p:cNvSpPr>
          <p:nvPr>
            <p:ph type="title"/>
          </p:nvPr>
        </p:nvSpPr>
        <p:spPr>
          <a:xfrm>
            <a:off x="1806825" y="167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Snap ITC" panose="04040A07060A02020202" pitchFamily="82" charset="0"/>
                <a:ea typeface="Times New Roman"/>
                <a:cs typeface="Times New Roman"/>
                <a:sym typeface="Times New Roman"/>
              </a:rPr>
              <a:t>TECHNICAL APPROACH</a:t>
            </a:r>
            <a:endParaRPr dirty="0">
              <a:latin typeface="Snap ITC" panose="04040A07060A02020202" pitchFamily="82" charset="0"/>
            </a:endParaRPr>
          </a:p>
        </p:txBody>
      </p:sp>
      <p:sp>
        <p:nvSpPr>
          <p:cNvPr id="109" name="Google Shape;109;g2fd347d205f_0_27"/>
          <p:cNvSpPr txBox="1"/>
          <p:nvPr/>
        </p:nvSpPr>
        <p:spPr>
          <a:xfrm>
            <a:off x="609600" y="2533653"/>
            <a:ext cx="93852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0" name="Google Shape;110;g2fd347d205f_0_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1" name="Google Shape;111;g2fd347d205f_0_27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2fd347d205f_0_2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202" b="74930" l="24727" r="759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26" t="16736" r="17660" b="18604"/>
          <a:stretch/>
        </p:blipFill>
        <p:spPr>
          <a:xfrm>
            <a:off x="0" y="-377012"/>
            <a:ext cx="2231999" cy="223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7" t="29206" r="22426" b="28254"/>
          <a:stretch/>
        </p:blipFill>
        <p:spPr>
          <a:xfrm>
            <a:off x="9406110" y="52911"/>
            <a:ext cx="2772000" cy="207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d347d205f_0_38"/>
          <p:cNvSpPr/>
          <p:nvPr/>
        </p:nvSpPr>
        <p:spPr>
          <a:xfrm>
            <a:off x="1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2fd347d205f_0_38"/>
          <p:cNvSpPr txBox="1">
            <a:spLocks noGrp="1"/>
          </p:cNvSpPr>
          <p:nvPr>
            <p:ph type="title"/>
          </p:nvPr>
        </p:nvSpPr>
        <p:spPr>
          <a:xfrm>
            <a:off x="1581673" y="31426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Snap ITC" panose="04040A07060A02020202" pitchFamily="82" charset="0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>
              <a:latin typeface="Snap ITC" panose="04040A07060A02020202" pitchFamily="82" charset="0"/>
            </a:endParaRPr>
          </a:p>
        </p:txBody>
      </p:sp>
      <p:sp>
        <p:nvSpPr>
          <p:cNvPr id="121" name="Google Shape;121;g2fd347d205f_0_38"/>
          <p:cNvSpPr txBox="1"/>
          <p:nvPr/>
        </p:nvSpPr>
        <p:spPr>
          <a:xfrm>
            <a:off x="609600" y="2533653"/>
            <a:ext cx="9385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fd347d205f_0_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3" name="Google Shape;123;g2fd347d205f_0_38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2fd347d205f_0_38"/>
          <p:cNvSpPr txBox="1"/>
          <p:nvPr/>
        </p:nvSpPr>
        <p:spPr>
          <a:xfrm>
            <a:off x="4319625" y="6471205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7" t="29206" r="22426" b="28254"/>
          <a:stretch/>
        </p:blipFill>
        <p:spPr>
          <a:xfrm>
            <a:off x="9406110" y="52911"/>
            <a:ext cx="2772000" cy="2079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202" b="74930" l="24727" r="759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26" t="16736" r="17660" b="18604"/>
          <a:stretch/>
        </p:blipFill>
        <p:spPr>
          <a:xfrm>
            <a:off x="0" y="-377012"/>
            <a:ext cx="2231999" cy="223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d347d205f_0_4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2fd347d205f_0_49"/>
          <p:cNvSpPr txBox="1">
            <a:spLocks noGrp="1"/>
          </p:cNvSpPr>
          <p:nvPr>
            <p:ph type="title"/>
          </p:nvPr>
        </p:nvSpPr>
        <p:spPr>
          <a:xfrm>
            <a:off x="1806825" y="305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Snap ITC" panose="04040A07060A02020202" pitchFamily="82" charset="0"/>
                <a:ea typeface="Times New Roman"/>
                <a:cs typeface="Times New Roman"/>
                <a:sym typeface="Times New Roman"/>
              </a:rPr>
              <a:t>IMPACT AND BENEFITS</a:t>
            </a:r>
            <a:endParaRPr dirty="0">
              <a:latin typeface="Snap ITC" panose="04040A07060A02020202" pitchFamily="82" charset="0"/>
            </a:endParaRPr>
          </a:p>
        </p:txBody>
      </p:sp>
      <p:sp>
        <p:nvSpPr>
          <p:cNvPr id="133" name="Google Shape;133;g2fd347d205f_0_49"/>
          <p:cNvSpPr txBox="1"/>
          <p:nvPr/>
        </p:nvSpPr>
        <p:spPr>
          <a:xfrm>
            <a:off x="609600" y="2533653"/>
            <a:ext cx="9385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4" name="Google Shape;134;g2fd347d205f_0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5" name="Google Shape;135;g2fd347d205f_0_49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2fd347d205f_0_49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202" b="74930" l="24727" r="759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26" t="16736" r="17660" b="18604"/>
          <a:stretch/>
        </p:blipFill>
        <p:spPr>
          <a:xfrm>
            <a:off x="0" y="-377012"/>
            <a:ext cx="2231999" cy="223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7" t="29206" r="22426" b="28254"/>
          <a:stretch/>
        </p:blipFill>
        <p:spPr>
          <a:xfrm>
            <a:off x="9406110" y="52911"/>
            <a:ext cx="2772000" cy="207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d347d205f_0_60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fd347d205f_0_60"/>
          <p:cNvSpPr txBox="1">
            <a:spLocks noGrp="1"/>
          </p:cNvSpPr>
          <p:nvPr>
            <p:ph type="title"/>
          </p:nvPr>
        </p:nvSpPr>
        <p:spPr>
          <a:xfrm>
            <a:off x="1806825" y="2522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Snap ITC" panose="04040A07060A02020202" pitchFamily="82" charset="0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>
              <a:latin typeface="Snap ITC" panose="04040A07060A02020202" pitchFamily="82" charset="0"/>
            </a:endParaRPr>
          </a:p>
        </p:txBody>
      </p:sp>
      <p:sp>
        <p:nvSpPr>
          <p:cNvPr id="145" name="Google Shape;145;g2fd347d205f_0_60"/>
          <p:cNvSpPr txBox="1"/>
          <p:nvPr/>
        </p:nvSpPr>
        <p:spPr>
          <a:xfrm>
            <a:off x="609600" y="2795263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2fd347d205f_0_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7" name="Google Shape;147;g2fd347d205f_0_60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fd347d205f_0_60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37" t="29206" r="22426" b="28254"/>
          <a:stretch/>
        </p:blipFill>
        <p:spPr>
          <a:xfrm>
            <a:off x="9406110" y="52911"/>
            <a:ext cx="2772000" cy="2079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202" b="74930" l="24727" r="759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26" t="16736" r="17660" b="18604"/>
          <a:stretch/>
        </p:blipFill>
        <p:spPr>
          <a:xfrm>
            <a:off x="0" y="-377012"/>
            <a:ext cx="2231999" cy="223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d347d205f_0_71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fd347d205f_0_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57" name="Google Shape;157;g2fd347d205f_0_71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dirty="0"/>
          </a:p>
        </p:txBody>
      </p:sp>
      <p:sp>
        <p:nvSpPr>
          <p:cNvPr id="158" name="Google Shape;158;g2fd347d205f_0_71"/>
          <p:cNvSpPr/>
          <p:nvPr/>
        </p:nvSpPr>
        <p:spPr>
          <a:xfrm>
            <a:off x="0" y="1791032"/>
            <a:ext cx="12192000" cy="4319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2fd347d205f_0_71"/>
          <p:cNvSpPr txBox="1"/>
          <p:nvPr/>
        </p:nvSpPr>
        <p:spPr>
          <a:xfrm>
            <a:off x="367832" y="1915454"/>
            <a:ext cx="11764800" cy="4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Google form.</a:t>
            </a:r>
            <a:endParaRPr sz="16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2fd347d205f_0_71"/>
          <p:cNvSpPr txBox="1"/>
          <p:nvPr/>
        </p:nvSpPr>
        <p:spPr>
          <a:xfrm>
            <a:off x="880602" y="211355"/>
            <a:ext cx="841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Snap ITC" panose="04040A07060A02020202" pitchFamily="82" charset="0"/>
                <a:ea typeface="Times New Roman"/>
                <a:cs typeface="Times New Roman"/>
                <a:sym typeface="Times New Roman"/>
              </a:rPr>
              <a:t>IMPORTANT INSTRUCTIONS</a:t>
            </a:r>
            <a:endParaRPr sz="3600" b="1" dirty="0">
              <a:solidFill>
                <a:schemeClr val="dk1"/>
              </a:solidFill>
              <a:latin typeface="Snap ITC" panose="04040A07060A02020202" pitchFamily="8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2fd347d205f_0_71"/>
          <p:cNvSpPr txBox="1"/>
          <p:nvPr/>
        </p:nvSpPr>
        <p:spPr>
          <a:xfrm>
            <a:off x="602343" y="1181900"/>
            <a:ext cx="95577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202" b="74930" l="24727" r="7593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26" t="16736" r="17660" b="18604"/>
          <a:stretch/>
        </p:blipFill>
        <p:spPr>
          <a:xfrm>
            <a:off x="9803871" y="-223217"/>
            <a:ext cx="2231999" cy="223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289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Garamond</vt:lpstr>
      <vt:lpstr>Oswald</vt:lpstr>
      <vt:lpstr>Calibri</vt:lpstr>
      <vt:lpstr>Snap ITC</vt:lpstr>
      <vt:lpstr>Times New Roman</vt:lpstr>
      <vt:lpstr>Noto Sans Symbols</vt:lpstr>
      <vt:lpstr>Arial</vt:lpstr>
      <vt:lpstr>Office Theme</vt:lpstr>
      <vt:lpstr>UDHACK 4.0 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UHACK 3.0</dc:title>
  <dc:creator>Sandeep Kushwaha</dc:creator>
  <cp:lastModifiedBy>lenovo</cp:lastModifiedBy>
  <cp:revision>5</cp:revision>
  <dcterms:created xsi:type="dcterms:W3CDTF">2006-08-16T00:00:00Z</dcterms:created>
  <dcterms:modified xsi:type="dcterms:W3CDTF">2026-01-28T11:16:51Z</dcterms:modified>
</cp:coreProperties>
</file>